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02352"/>
            <a:ext cx="12191695" cy="73152"/>
          </a:xfrm>
          <a:prstGeom prst="rect">
            <a:avLst/>
          </a:prstGeom>
          <a:solidFill>
            <a:srgbClr val="378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Church Slide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BDD7EE"/>
                </a:solidFill>
              </a:defRPr>
            </a:pPr>
            <a:r>
              <a:t>Remote Presentation Control Over Wi-Fi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A0A0A0"/>
                </a:solidFill>
              </a:defRPr>
            </a:pPr>
            <a:r>
              <a:t>Lightweight  •  No Extra Hardware  •  Browser-Based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0A0A0"/>
                </a:solidFill>
              </a:defRPr>
            </a:pPr>
            <a:r>
              <a:t>© 2025  —  Church A/V Tech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1430000" cy="5212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120640" cy="2194560"/>
          </a:xfrm>
          <a:prstGeom prst="roundRect">
            <a:avLst/>
          </a:prstGeom>
          <a:solidFill>
            <a:srgbClr val="FFE8E8"/>
          </a:solidFill>
          <a:ln w="19050">
            <a:solidFill>
              <a:srgbClr val="C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846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A02020"/>
                </a:solidFill>
              </a:defRPr>
            </a:pPr>
            <a:r>
              <a:t>❌  HDMI Connection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Pastor's laptop must be physically connected to projector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Cable is long, awkward, and trip hazard in the sanctuary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Laptop must stay near the projector — pastor can't move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Connection drops during service are very disruptive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03520" cy="2194560"/>
          </a:xfrm>
          <a:prstGeom prst="roundRect">
            <a:avLst/>
          </a:prstGeom>
          <a:solidFill>
            <a:srgbClr val="FFF2E0"/>
          </a:solidFill>
          <a:ln w="19050">
            <a:solidFill>
              <a:srgbClr val="C08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05000"/>
                </a:solidFill>
              </a:defRPr>
            </a:pPr>
            <a:r>
              <a:t>⚠️  Workflow Friction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Tech booth controls slides instead of pastor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Delay between pastor's cue and slide advance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Pastor loses autonomy over his own presentation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Operator errors during live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881360" cy="1005840"/>
          </a:xfrm>
          <a:prstGeom prst="round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106070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Need:  A reliable, wireless way for the pastor to control slides remotely — without extra hardware.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1143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CCCCFF"/>
                </a:solidFill>
              </a:defRPr>
            </a:pPr>
            <a:r>
              <a:t>Church Slide Controller  |  Wi-Fi Remote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Solution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5760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474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🖥  Lightweight Web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3291840" cy="3383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Pure Python HTTP server runs on the tech booth laptop alongside PowerPoint. Zero extra services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280160"/>
            <a:ext cx="36576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8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61688" y="1280160"/>
            <a:ext cx="3657600" cy="502920"/>
          </a:xfrm>
          <a:prstGeom prst="roundRect">
            <a:avLst/>
          </a:prstGeom>
          <a:solidFill>
            <a:srgbClr val="378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7" y="1280160"/>
            <a:ext cx="3474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📱  Browser-Based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74519"/>
            <a:ext cx="3291840" cy="3383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Pastor opens a URL on any phone or laptop connected to the same Wi-Fi. No app install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66175" y="1280160"/>
            <a:ext cx="36576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66175" y="1280160"/>
            <a:ext cx="3657600" cy="50292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5" y="1280160"/>
            <a:ext cx="3474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🎯  No Extra 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5" y="1874519"/>
            <a:ext cx="3291840" cy="3383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Uses existing Wi-Fi network. Works on Windows, macOS, and Linux. Single .exe for easy deployment.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577840"/>
            <a:ext cx="11247120" cy="685800"/>
          </a:xfrm>
          <a:prstGeom prst="round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596128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A376E"/>
                </a:solidFill>
              </a:defRPr>
            </a:pPr>
            <a:r>
              <a:t>✔  Big touch-friendly PREV / NEXT buttons  |  ✔  Session-based login  |  ✔  IP shown in 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601968"/>
            <a:ext cx="1143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CCCCFF"/>
                </a:solidFill>
              </a:defRPr>
            </a:pPr>
            <a:r>
              <a:t>Church Slide Controller  |  Wi-Fi Remote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389120" cy="384048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1A3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389120" cy="502920"/>
          </a:xfrm>
          <a:prstGeom prst="round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🖥  Tech Booth Laptop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1A376E"/>
                </a:solidFill>
              </a:defRPr>
            </a:pPr>
            <a:r>
              <a:t>• PowerPoint running normally</a:t>
            </a:r>
          </a:p>
          <a:p>
            <a:pPr>
              <a:spcBef>
                <a:spcPts val="400"/>
              </a:spcBef>
              <a:defRPr sz="1200">
                <a:solidFill>
                  <a:srgbClr val="1A376E"/>
                </a:solidFill>
              </a:defRPr>
            </a:pPr>
            <a:r>
              <a:t>• slide_controller.py  (HTTP server)</a:t>
            </a:r>
          </a:p>
          <a:p>
            <a:pPr>
              <a:spcBef>
                <a:spcPts val="400"/>
              </a:spcBef>
              <a:defRPr sz="1200">
                <a:solidFill>
                  <a:srgbClr val="1A376E"/>
                </a:solidFill>
              </a:defRPr>
            </a:pPr>
            <a:r>
              <a:t>• Listening on port 8080</a:t>
            </a:r>
          </a:p>
          <a:p>
            <a:pPr>
              <a:spcBef>
                <a:spcPts val="400"/>
              </a:spcBef>
              <a:defRPr sz="1200">
                <a:solidFill>
                  <a:srgbClr val="1A376E"/>
                </a:solidFill>
              </a:defRPr>
            </a:pPr>
            <a:r>
              <a:t>• Sends keyboard arrow keys</a:t>
            </a:r>
          </a:p>
          <a:p>
            <a:pPr>
              <a:spcBef>
                <a:spcPts val="400"/>
              </a:spcBef>
              <a:defRPr sz="1200">
                <a:solidFill>
                  <a:srgbClr val="1A376E"/>
                </a:solidFill>
              </a:defRPr>
            </a:pPr>
            <a:r>
              <a:t>• Displays server IP in browser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286000"/>
            <a:ext cx="2377440" cy="1645920"/>
          </a:xfrm>
          <a:prstGeom prst="roundRect">
            <a:avLst/>
          </a:prstGeom>
          <a:solidFill>
            <a:srgbClr val="E8F4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46888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1A1A1A"/>
                </a:solidFill>
              </a:defRPr>
            </a:pPr>
            <a:r>
              <a:t>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97180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E75B6"/>
                </a:solidFill>
              </a:defRPr>
            </a:pPr>
            <a:r>
              <a:t>Wi-Fi</a:t>
            </a:r>
            <a:br/>
            <a:r>
              <a:t>Same Network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2926080"/>
            <a:ext cx="228600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2926080"/>
            <a:ext cx="228600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28032" y="2999232"/>
            <a:ext cx="2286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8352" y="2999232"/>
            <a:ext cx="25603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79" y="1371600"/>
            <a:ext cx="4206240" cy="3840480"/>
          </a:xfrm>
          <a:prstGeom prst="roundRect">
            <a:avLst/>
          </a:prstGeom>
          <a:solidFill>
            <a:srgbClr val="E8F8E8"/>
          </a:solidFill>
          <a:ln w="19050">
            <a:solidFill>
              <a:srgbClr val="378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371600"/>
            <a:ext cx="4206240" cy="502920"/>
          </a:xfrm>
          <a:prstGeom prst="roundRect">
            <a:avLst/>
          </a:prstGeom>
          <a:solidFill>
            <a:srgbClr val="378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389888"/>
            <a:ext cx="4023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📱  Pastor's Device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92024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1A501A"/>
                </a:solidFill>
              </a:defRPr>
            </a:pPr>
            <a:r>
              <a:t>• Any phone, tablet, or laptop</a:t>
            </a:r>
          </a:p>
          <a:p>
            <a:pPr>
              <a:spcBef>
                <a:spcPts val="400"/>
              </a:spcBef>
              <a:defRPr sz="1200">
                <a:solidFill>
                  <a:srgbClr val="1A501A"/>
                </a:solidFill>
              </a:defRPr>
            </a:pPr>
            <a:r>
              <a:t>• Opens http://&lt;IP&gt;:8080</a:t>
            </a:r>
          </a:p>
          <a:p>
            <a:pPr>
              <a:spcBef>
                <a:spcPts val="400"/>
              </a:spcBef>
              <a:defRPr sz="1200">
                <a:solidFill>
                  <a:srgbClr val="1A501A"/>
                </a:solidFill>
              </a:defRPr>
            </a:pPr>
            <a:r>
              <a:t>• Logs in with credentials</a:t>
            </a:r>
          </a:p>
          <a:p>
            <a:pPr>
              <a:spcBef>
                <a:spcPts val="400"/>
              </a:spcBef>
              <a:defRPr sz="1200">
                <a:solidFill>
                  <a:srgbClr val="1A501A"/>
                </a:solidFill>
              </a:defRPr>
            </a:pPr>
            <a:r>
              <a:t>• Big PREV / NEXT buttons</a:t>
            </a:r>
          </a:p>
          <a:p>
            <a:pPr>
              <a:spcBef>
                <a:spcPts val="400"/>
              </a:spcBef>
              <a:defRPr sz="1200">
                <a:solidFill>
                  <a:srgbClr val="1A501A"/>
                </a:solidFill>
              </a:defRPr>
            </a:pPr>
            <a:r>
              <a:t>• Selects focus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1546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2E75B6"/>
                </a:solidFill>
              </a:defRPr>
            </a:pPr>
            <a:r>
              <a:t>◄────────────────►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52044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0A0A0"/>
                </a:solidFill>
              </a:defRPr>
            </a:pPr>
            <a:r>
              <a:t>HTTP Requests / Responses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49240"/>
            <a:ext cx="11247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A0A0A0"/>
                </a:solidFill>
              </a:defRPr>
            </a:pPr>
            <a:r>
              <a:t>Both the pastor and the tech operator can control slides simultaneously from any browser on the network.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1143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CCCCFF"/>
                </a:solidFill>
              </a:defRPr>
            </a:pPr>
            <a:r>
              <a:t>Church Slide Controller  |  Wi-Fi Remote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611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611880" cy="4114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3429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🔐  Login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3337560" cy="155447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Session-based cookie auth. Default credentials are admin/church2025 and can be changed in config.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611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8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11880" cy="411480"/>
          </a:xfrm>
          <a:prstGeom prst="roundRect">
            <a:avLst/>
          </a:prstGeom>
          <a:solidFill>
            <a:srgbClr val="378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89888"/>
            <a:ext cx="3429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🎯  3 Focus Modes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337560" cy="155447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PowerPoint, Custom App, or Active Window. Lets you target exactly the right window for keystrokes.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611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611880" cy="411480"/>
          </a:xfrm>
          <a:prstGeom prst="round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389888"/>
            <a:ext cx="3429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🪟  Slide Show Window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28800"/>
            <a:ext cx="3337560" cy="155447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Directly targets the PowerPoint Slide Show window when in PowerPoint mode — skips desktop focus entirely.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657600"/>
            <a:ext cx="55778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" y="3657600"/>
            <a:ext cx="5577840" cy="41148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7"/>
            <a:ext cx="539495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🌐  IP Shown in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5303520" cy="16459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Server's IP address is displayed in the browser UI. No guessing — pastor just reads it off the screen.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57600"/>
            <a:ext cx="55778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2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3657600"/>
            <a:ext cx="5577840" cy="411480"/>
          </a:xfrm>
          <a:prstGeom prst="roundRect">
            <a:avLst/>
          </a:prstGeom>
          <a:solidFill>
            <a:srgbClr val="5A2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7"/>
            <a:ext cx="539495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💻  Cross-Platform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14800"/>
            <a:ext cx="5303520" cy="164591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Runs on Windows, macOS, and Linux. Windows .exe available for one-click launch without Python.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601968"/>
            <a:ext cx="1143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CCCCFF"/>
                </a:solidFill>
              </a:defRPr>
            </a:pPr>
            <a:r>
              <a:t>Church Slide Controller  |  Wi-Fi Remote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Focus Modes Explained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3657600" cy="49834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A3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3657600" cy="502920"/>
          </a:xfrm>
          <a:prstGeom prst="round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5272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PowerPoint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E75B6"/>
                </a:solidFill>
              </a:defRPr>
            </a:pPr>
            <a:r>
              <a:t>How it works: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Always focuses the PowerPoint Slide Show window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Searches by window title containing 'PowerPoint Slide Show'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Brings window to foreground before sending keypress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Best for standard Sunday service setups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03520"/>
            <a:ext cx="3474720" cy="640080"/>
          </a:xfrm>
          <a:prstGeom prst="round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321808"/>
            <a:ext cx="32918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376E"/>
                </a:solidFill>
              </a:defRPr>
            </a:pPr>
            <a:r>
              <a:t>Use when: You always run PowerPoint and nothing else.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234440"/>
            <a:ext cx="3657600" cy="49834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378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70248" y="1234440"/>
            <a:ext cx="3657600" cy="502920"/>
          </a:xfrm>
          <a:prstGeom prst="roundRect">
            <a:avLst/>
          </a:prstGeom>
          <a:solidFill>
            <a:srgbClr val="378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25272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Custom App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78308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7602C"/>
                </a:solidFill>
              </a:defRPr>
            </a:pPr>
            <a:r>
              <a:t>How it works: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05740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Type any keyword from the target window's title bar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Case-insensitive substring match (e.g. 'Word' matches 'Microsoft Word')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Works with ProPresenter, LibreOffice Impress, Keynote, and more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Keyword is saved across sessions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5303520"/>
            <a:ext cx="3474720" cy="640080"/>
          </a:xfrm>
          <a:prstGeom prst="round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5321808"/>
            <a:ext cx="32918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376E"/>
                </a:solidFill>
              </a:defRPr>
            </a:pPr>
            <a:r>
              <a:t>Use when: You use presentation software other than PowerPoint.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1234440"/>
            <a:ext cx="3657600" cy="49834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74736" y="1234440"/>
            <a:ext cx="3657600" cy="50292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125272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Active Window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178308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803000"/>
                </a:solidFill>
              </a:defRPr>
            </a:pPr>
            <a:r>
              <a:t>How it works: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05740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No window focus switching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Sends arrow keypress directly to whichever app is in the foreground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Works with any application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Operator keeps focus on their own window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66175" y="5303520"/>
            <a:ext cx="3474720" cy="640080"/>
          </a:xfrm>
          <a:prstGeom prst="roundRect">
            <a:avLst/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5" y="5321808"/>
            <a:ext cx="32918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A376E"/>
                </a:solidFill>
              </a:defRPr>
            </a:pPr>
            <a:r>
              <a:t>Use when: You want maximum flexibility or don't need focus switching.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01968"/>
            <a:ext cx="1143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CCCCFF"/>
                </a:solidFill>
              </a:defRPr>
            </a:pPr>
            <a:r>
              <a:t>Church Slide Controller  |  Wi-Fi Remote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System Tray Executable  (Windows .exe)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1430000" cy="5074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86400" cy="411480"/>
          </a:xfrm>
          <a:prstGeom prst="round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5303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🖱  Tray Icon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Runs silently in the Windows notification area (system tray)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Hover over the tray icon to see the IP address and port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Right-click context menu provides quick access: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   • Copy URL to clipboard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   • Show credentials (username / password)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   • Open browser directly to the controller page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   • Quit the server cleanly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No terminal window required — runs headless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120640" cy="4114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35608"/>
            <a:ext cx="49377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📦  Packaging with PyInstaller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Built into a single self-contained .exe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No Python installation required on the target PC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Command: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   pyinstaller --onefile --noconsole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   --add-data 'templates;templates'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   --icon=church.ico  slide_controller.py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Distributable to non-technical operators</a:t>
            </a:r>
          </a:p>
          <a:p>
            <a:pPr>
              <a:spcBef>
                <a:spcPts val="400"/>
              </a:spcBef>
              <a:defRPr sz="1200">
                <a:solidFill>
                  <a:srgbClr val="1A1A1A"/>
                </a:solidFill>
              </a:defRPr>
            </a:pPr>
            <a:r>
              <a:t>• All web templates embedded in the binary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12080"/>
            <a:ext cx="11064240" cy="685800"/>
          </a:xfrm>
          <a:prstGeom prst="round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230368"/>
            <a:ext cx="10789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Result: One double-click to start the server.  The tray icon is the entire UI — no terminal, no config files.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1143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CCCCFF"/>
                </a:solidFill>
              </a:defRPr>
            </a:pPr>
            <a:r>
              <a:t>Church Slide Controller  |  Wi-Fi Remote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Setup &amp; Usage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657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19"/>
            <a:ext cx="457200" cy="457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1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44751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E75B6"/>
                </a:solidFill>
              </a:defRPr>
            </a:pPr>
            <a:r>
              <a:t>Same Wi-Fi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39"/>
            <a:ext cx="33832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Ensure both the tech booth laptop and the pastor's device are connected to the same Wi-Fi network (church network).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280160"/>
            <a:ext cx="3657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8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07408" y="1417319"/>
            <a:ext cx="457200" cy="457200"/>
          </a:xfrm>
          <a:prstGeom prst="roundRect">
            <a:avLst/>
          </a:prstGeom>
          <a:solidFill>
            <a:srgbClr val="378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41731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444751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7863D"/>
                </a:solidFill>
              </a:defRPr>
            </a:pPr>
            <a:r>
              <a:t>Start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920239"/>
            <a:ext cx="33832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Run  slide_controller.py  using Python, OR double-click  SlideController.exe  on Windows.  The tray icon appears.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280160"/>
            <a:ext cx="3657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11896" y="1417319"/>
            <a:ext cx="457200" cy="4572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141731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0536" y="1444751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55A11"/>
                </a:solidFill>
              </a:defRPr>
            </a:pPr>
            <a:r>
              <a:t>Open Browser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920239"/>
            <a:ext cx="33832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On pastor's device, open a browser and navigate to:  http://&lt;IP&gt;:8080</a:t>
            </a:r>
            <a:br/>
            <a:r>
              <a:t>(IP shown in tray tooltip and in the UI.)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840479"/>
            <a:ext cx="3657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457200" cy="457200"/>
          </a:xfrm>
          <a:prstGeom prst="round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7763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5071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376E"/>
                </a:solidFill>
              </a:defRPr>
            </a:pPr>
            <a:r>
              <a:t>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80559"/>
            <a:ext cx="33832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Enter credentials — default is  admin / church2025.  A session cookie is set for the browser session.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3840479"/>
            <a:ext cx="3657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07408" y="3977639"/>
            <a:ext cx="457200" cy="457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397763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4005071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E75B6"/>
                </a:solidFill>
              </a:defRPr>
            </a:pPr>
            <a:r>
              <a:t>Select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480559"/>
            <a:ext cx="33832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Choose Focus Mode: PowerPoint, Custom App, or Active Window. For standard services, PowerPoint mode is recommended.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74736" y="3840479"/>
            <a:ext cx="3657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8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11896" y="3977639"/>
            <a:ext cx="457200" cy="457200"/>
          </a:xfrm>
          <a:prstGeom prst="roundRect">
            <a:avLst/>
          </a:prstGeom>
          <a:solidFill>
            <a:srgbClr val="378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397763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0536" y="4005071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7863D"/>
                </a:solidFill>
              </a:defRPr>
            </a:pPr>
            <a:r>
              <a:t>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4480559"/>
            <a:ext cx="33832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Tap  ◀ PREV  or  NEXT ▶  on the browser page.  Slides advance instantly.  Buttons are large and touch-friendly.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601968"/>
            <a:ext cx="1143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CCCCFF"/>
                </a:solidFill>
              </a:defRPr>
            </a:pPr>
            <a:r>
              <a:t>Church Slide Controller  |  Wi-Fi Remote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Technical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1430000" cy="5074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66160" cy="4114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3383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🐍  Python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Pure Python (stdlib only) for terminal version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http.server + socketserver for HTTP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threading for non-blocking server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No pip dependencies for base version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Optional: pystray + Pillow for tray icon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PyInstaller for .exe packaging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417320"/>
            <a:ext cx="3566160" cy="411480"/>
          </a:xfrm>
          <a:prstGeom prst="roundRect">
            <a:avLst/>
          </a:prstGeom>
          <a:solidFill>
            <a:srgbClr val="378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1" y="1435608"/>
            <a:ext cx="3383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⌨️  Keyboard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1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Windows: ctypes + user32.dll SendInput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Simulates VK_LEFT / VK_RIGHT virtual keys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SetForegroundWindow() for focus switching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EnumWindows() to search by title substring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macOS: AppleScript / pyautogui (extensible)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Linux: xdotool / python-xlib (extensible)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417320"/>
            <a:ext cx="3566160" cy="411480"/>
          </a:xfrm>
          <a:prstGeom prst="round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3" y="1435608"/>
            <a:ext cx="3383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🔒  Auth &amp; 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Session cookies: random 32-char hex token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Cookie validated on every protected request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Credentials stored in config (plaintext, local)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Port 8080 by default (configurable)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Binds to 0.0.0.0 (all interfaces)</a:t>
            </a:r>
          </a:p>
          <a:p>
            <a:pPr>
              <a:spcBef>
                <a:spcPts val="400"/>
              </a:spcBef>
              <a:defRPr sz="1100">
                <a:solidFill>
                  <a:srgbClr val="1A1A1A"/>
                </a:solidFill>
              </a:defRPr>
            </a:pPr>
            <a:r>
              <a:t>• HTTPS optional (self-signed cert support)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01968"/>
            <a:ext cx="1143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CCCCFF"/>
                </a:solidFill>
              </a:defRPr>
            </a:pPr>
            <a:r>
              <a:t>Church Slide Controller  |  Wi-Fi Remote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91695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00600"/>
            <a:ext cx="12191695" cy="73152"/>
          </a:xfrm>
          <a:prstGeom prst="rect">
            <a:avLst/>
          </a:prstGeom>
          <a:solidFill>
            <a:srgbClr val="378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BDD7EE"/>
                </a:solidFill>
              </a:defRPr>
            </a:pPr>
            <a:r>
              <a:t>Questions?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926080"/>
            <a:ext cx="7315200" cy="1371600"/>
          </a:xfrm>
          <a:prstGeom prst="roundRect">
            <a:avLst/>
          </a:prstGeom>
          <a:solidFill>
            <a:srgbClr val="0D1E45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301752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BDD7EE"/>
                </a:solidFill>
              </a:defRPr>
            </a:pPr>
            <a:r>
              <a:t>• Default URL:   http://&lt;IP&gt;:8080</a:t>
            </a:r>
          </a:p>
          <a:p>
            <a:pPr>
              <a:spcBef>
                <a:spcPts val="400"/>
              </a:spcBef>
              <a:defRPr sz="1300">
                <a:solidFill>
                  <a:srgbClr val="BDD7EE"/>
                </a:solidFill>
              </a:defRPr>
            </a:pPr>
            <a:r>
              <a:t>• Default credentials:   admin  /  church2025</a:t>
            </a:r>
          </a:p>
          <a:p>
            <a:pPr>
              <a:spcBef>
                <a:spcPts val="400"/>
              </a:spcBef>
              <a:defRPr sz="1300">
                <a:solidFill>
                  <a:srgbClr val="BDD7EE"/>
                </a:solidFill>
              </a:defRPr>
            </a:pPr>
            <a:r>
              <a:t>• Source:   slide_controller.py  (Python 3.8+)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0A0A0"/>
                </a:solidFill>
              </a:defRPr>
            </a:pPr>
            <a:r>
              <a:t>Church Slide Controller  •  Wi-Fi Remote Presentation  •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